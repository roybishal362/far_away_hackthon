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E11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Kakehashi </a:t>
            </a:r>
          </a:p>
          <a:p>
            <a:pPr algn="l">
              <a:spcAft>
                <a:spcPts val="600"/>
              </a:spcAft>
            </a:pPr>
            <a:r>
              <a:rPr sz="4400" b="0">
                <a:solidFill>
                  <a:srgbClr val="FF9BB3"/>
                </a:solidFill>
                <a:latin typeface="Calibri"/>
              </a:rPr>
              <a:t>架け橋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2004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FFFFFF"/>
                </a:solidFill>
                <a:latin typeface="Calibri"/>
              </a:rPr>
              <a:t>An autonomous AI bridge for Indian workers to Japan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0233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FD0E0"/>
                </a:solidFill>
                <a:latin typeface="Calibri"/>
              </a:rPr>
              <a:t>Real data, not mockups · Cited, not hallucinated · Proven, not claimed · EN / हिन्दी / 日本語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1722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FAR AWAY 2026  ·  Theme: Agentic &amp; Autonomous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150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11D54"/>
                </a:solidFill>
                <a:latin typeface="Calibri"/>
              </a:rPr>
              <a:t>A real, current, dual-government opportunity — with a painful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15163A"/>
                </a:solidFill>
                <a:latin typeface="Calibri"/>
              </a:rPr>
              <a:t>•  India &amp; Japan signed a 2025 pact to move 50,000 skilled Indian workers to Japan.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5163A"/>
                </a:solidFill>
                <a:latin typeface="Calibri"/>
              </a:rPr>
              <a:t>•  Japan faces a severe labour shortage — 300,000+ caregivers short by 2035.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5163A"/>
                </a:solidFill>
                <a:latin typeface="Calibri"/>
              </a:rPr>
              <a:t>•  But for a worker, the journey is a months-long maze: which visa? am I eligible? the JLPT N4 bar, skills tests, paperwork, finding a real employer, cost, relocation.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5163A"/>
                </a:solidFill>
                <a:latin typeface="Calibri"/>
              </a:rPr>
              <a:t>•  Information is scattered across Japanese government sites — and middlemen &amp; misinformation fill the gap.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80"/>
                </a:solidFill>
                <a:latin typeface="Calibri"/>
              </a:rPr>
              <a:t>Kakehashi 架け橋  ·  FAR AWAY 2026  ·  Agentic &amp; Autonomous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2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150"/>
                </a:solidFill>
                <a:latin typeface="Calibri"/>
              </a:rPr>
              <a:t>Kakehashi — the autonomous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11D54"/>
                </a:solidFill>
                <a:latin typeface="Calibri"/>
              </a:rPr>
              <a:t>Assess → real jobs → procedure → study plan → cost → chat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15163A"/>
                </a:solidFill>
                <a:latin typeface="Calibri"/>
              </a:rPr>
              <a:t>•  Tell it about you (or upload your resume).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5163A"/>
                </a:solidFill>
                <a:latin typeface="Calibri"/>
              </a:rPr>
              <a:t>•  Autonomous agents determine YOUR visa pathway, pull REAL live jobs, lay out the official step-by-step with real gov links, build a study plan, and estimate salary &amp; cost.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5163A"/>
                </a:solidFill>
                <a:latin typeface="Calibri"/>
              </a:rPr>
              <a:t>•  Ask follow-ups in a grounded chat — in your language.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5163A"/>
                </a:solidFill>
                <a:latin typeface="Calibri"/>
              </a:rPr>
              <a:t>•  Save, share, or download the whole plan as a PDF 'Migration Dossier'.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80"/>
                </a:solidFill>
                <a:latin typeface="Calibri"/>
              </a:rPr>
              <a:t>Kakehashi 架け橋  ·  FAR AWAY 2026  ·  Agentic &amp; Autonomous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150"/>
                </a:solidFill>
                <a:latin typeface="Calibri"/>
              </a:rPr>
              <a:t>Why it's different — 3 pillars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15163A"/>
                </a:solidFill>
                <a:latin typeface="Calibri"/>
              </a:rPr>
              <a:t>Real or nothing — every tool returns real data or honestly says 'not configured'. It physically cannot fabricate.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15163A"/>
                </a:solidFill>
                <a:latin typeface="Calibri"/>
              </a:rPr>
              <a:t>Proven, not claimed — a built-in ablation measures grounded vs. ungrounded accuracy &amp; hallucinations.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15163A"/>
                </a:solidFill>
                <a:latin typeface="Calibri"/>
              </a:rPr>
              <a:t>Genuinely autonomous — 6 agents reason → call a real tool → cite → score confidence; the orchestrator adapts the plan to you. Not a prompt wrapper.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E11D54"/>
                </a:solidFill>
                <a:latin typeface="Calibri"/>
              </a:rPr>
              <a:t>FAR AWAY explicitly penalizes 'minimal-effort AI wrappers' and 'fake demos'. Kakehashi is the opposite.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80"/>
                </a:solidFill>
                <a:latin typeface="Calibri"/>
              </a:rPr>
              <a:t>Kakehashi 架け橋  ·  FAR AWAY 2026  ·  Agentic &amp; Autonomous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2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150"/>
                </a:solidFill>
                <a:latin typeface="Calibri"/>
              </a:rPr>
              <a:t>The multi-agent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11D54"/>
                </a:solidFill>
                <a:latin typeface="Calibri"/>
              </a:rPr>
              <a:t>Each agent: reason → call a real tool → cite → confidence  ·  streamed live over SSE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15163A"/>
                </a:solidFill>
                <a:latin typeface="Calibri"/>
              </a:rPr>
              <a:t>•  Pathway — classifies the right visa (SSW / Engineer / Specialist) + a personalized verdict, readiness score &amp; gaps  [grounded, cited]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5163A"/>
                </a:solidFill>
                <a:latin typeface="Calibri"/>
              </a:rPr>
              <a:t>•  Jobs — fetches real live openings, ranks each by fit to you  [JSearch API]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5163A"/>
                </a:solidFill>
                <a:latin typeface="Calibri"/>
              </a:rPr>
              <a:t>•  Procedure — the official ordered journey, each step with the real gov link  [grounded]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5163A"/>
                </a:solidFill>
                <a:latin typeface="Calibri"/>
              </a:rPr>
              <a:t>•  Prep — a study + exam plan keyed to your Japanese level + free resources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5163A"/>
                </a:solidFill>
                <a:latin typeface="Calibri"/>
              </a:rPr>
              <a:t>•  Synthesis — your personal overview + salary + cost  ·  Chat — grounded follow-up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80"/>
                </a:solidFill>
                <a:latin typeface="Calibri"/>
              </a:rPr>
              <a:t>Kakehashi 架け橋  ·  FAR AWAY 2026  ·  Agentic &amp; Autonomous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150"/>
                </a:solidFill>
                <a:latin typeface="Calibri"/>
              </a:rPr>
              <a:t>Autonomy in action (the 'wow')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11D54"/>
                </a:solidFill>
                <a:latin typeface="Calibri"/>
              </a:rPr>
              <a:t>Different person → different plan → the agent decides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15163A"/>
                </a:solidFill>
                <a:latin typeface="Calibri"/>
              </a:rPr>
              <a:t>•  Nurse (Delhi, no Japanese) → SSW caregiving pathway, full plan, ranked jobs, study plan.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5163A"/>
                </a:solidFill>
                <a:latin typeface="Calibri"/>
              </a:rPr>
              <a:t>•  Software engineer → the system REFUSES to force SSW and reroutes to the Engineer visa — and auto-skips the SSW-only steps.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5163A"/>
                </a:solidFill>
                <a:latin typeface="Calibri"/>
              </a:rPr>
              <a:t>•  HR / office role → routed to the Specialist (技人国) visa instead.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5163A"/>
                </a:solidFill>
                <a:latin typeface="Calibri"/>
              </a:rPr>
              <a:t>•  The plan literally changes shape based on who you are. That is autonomous decision-making, not a fixed pipeline.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80"/>
                </a:solidFill>
                <a:latin typeface="Calibri"/>
              </a:rPr>
              <a:t>Kakehashi 架け橋  ·  FAR AWAY 2026  ·  Agentic &amp; Autonomous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150"/>
                </a:solidFill>
                <a:latin typeface="Calibri"/>
              </a:rPr>
              <a:t>Proof, not 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11D54"/>
                </a:solidFill>
                <a:latin typeface="Calibri"/>
              </a:rPr>
              <a:t>Same question, grounded vs. ungrounded — scored against a gold set of official 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80"/>
                </a:solidFill>
                <a:latin typeface="Calibri"/>
              </a:rPr>
              <a:t>Kakehashi 架け橋  ·  FAR AWAY 2026  ·  Agentic &amp; Autonomous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80"/>
                </a:solidFill>
                <a:latin typeface="Calibri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2377440"/>
            <a:ext cx="4206240" cy="2377440"/>
          </a:xfrm>
          <a:prstGeom prst="rect">
            <a:avLst/>
          </a:prstGeom>
          <a:solidFill>
            <a:srgbClr val="F6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606040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F2150"/>
                </a:solidFill>
                <a:latin typeface="Calibri"/>
              </a:rPr>
              <a:t>Our grounded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108960"/>
            <a:ext cx="4206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10B981"/>
                </a:solidFill>
                <a:latin typeface="Calibri"/>
              </a:rPr>
              <a:t>≈ 71%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114800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15163A"/>
                </a:solidFill>
                <a:latin typeface="Calibri"/>
              </a:rPr>
              <a:t>accuracy  ·  0 hallucinations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2377440"/>
            <a:ext cx="4206240" cy="2377440"/>
          </a:xfrm>
          <a:prstGeom prst="rect">
            <a:avLst/>
          </a:prstGeom>
          <a:solidFill>
            <a:srgbClr val="F6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606040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F2150"/>
                </a:solidFill>
                <a:latin typeface="Calibri"/>
              </a:rPr>
              <a:t>Plain LLM (ungrounded)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108960"/>
            <a:ext cx="4206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E11D54"/>
                </a:solidFill>
                <a:latin typeface="Calibri"/>
              </a:rPr>
              <a:t>≈ 14%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114800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15163A"/>
                </a:solidFill>
                <a:latin typeface="Calibri"/>
              </a:rPr>
              <a:t>accuracy  ·  6 hallucinations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29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5163A"/>
                </a:solidFill>
                <a:latin typeface="Calibri"/>
              </a:rPr>
              <a:t>Grounding takes accuracy 14% → 71% and cuts hallucinations to zero. The proof is a number.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2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150"/>
                </a:solidFill>
                <a:latin typeface="Calibri"/>
              </a:rPr>
              <a:t>Built on real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11D54"/>
                </a:solidFill>
                <a:latin typeface="Calibri"/>
              </a:rPr>
              <a:t>Every claim traces to a real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15163A"/>
                </a:solidFill>
                <a:latin typeface="Calibri"/>
              </a:rPr>
              <a:t>•  SSW rules &amp; procedures — official ssw.go.jp (ISA) + MOFA, grounded &amp; cited (RAG).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5163A"/>
                </a:solidFill>
                <a:latin typeface="Calibri"/>
              </a:rPr>
              <a:t>•  Live job openings — JSearch real-time API.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5163A"/>
                </a:solidFill>
                <a:latin typeface="Calibri"/>
              </a:rPr>
              <a:t>•  Government labour statistics — Japan e-Stat official API.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5163A"/>
                </a:solidFill>
                <a:latin typeface="Calibri"/>
              </a:rPr>
              <a:t>•  Exam fees &amp; salaries — Prometric, JLPT, JFT + sourced research.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5163A"/>
                </a:solidFill>
                <a:latin typeface="Calibri"/>
              </a:rPr>
              <a:t>•  No key → the tool says so. It never invents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80"/>
                </a:solidFill>
                <a:latin typeface="Calibri"/>
              </a:rPr>
              <a:t>Kakehashi 架け橋  ·  FAR AWAY 2026  ·  Agentic &amp; Autonomous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150"/>
                </a:solidFill>
                <a:latin typeface="Calibri"/>
              </a:rPr>
              <a:t>A real product, not a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15163A"/>
                </a:solidFill>
                <a:latin typeface="Calibri"/>
              </a:rPr>
              <a:t>•  Multi-page site: Home (the story) · How it works (the depth) · Build my plan (the tool).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5163A"/>
                </a:solidFill>
                <a:latin typeface="Calibri"/>
              </a:rPr>
              <a:t>•  Tabs: Overview · Pathway · Jobs · Procedure · Study plan · Journey · Proof · Ask AI.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5163A"/>
                </a:solidFill>
                <a:latin typeface="Calibri"/>
              </a:rPr>
              <a:t>•  Resume auto-fill · persona quick-starts · save/share link · PDF dossier · progress checklist.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5163A"/>
                </a:solidFill>
                <a:latin typeface="Calibri"/>
              </a:rPr>
              <a:t>•  Multilingual — content AND chat in English / हिन्दी / 日本語 (the finale is in Japan).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5163A"/>
                </a:solidFill>
                <a:latin typeface="Calibri"/>
              </a:rPr>
              <a:t>•  Private by design: encryption at rest, no PII in logs, honest disclaimer.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80"/>
                </a:solidFill>
                <a:latin typeface="Calibri"/>
              </a:rPr>
              <a:t>Kakehashi 架け橋  ·  FAR AWAY 2026  ·  Agentic &amp; Autonomous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150"/>
                </a:solidFill>
                <a:latin typeface="Calibri"/>
              </a:rPr>
              <a:t>Real-world impact — a true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11D54"/>
                </a:solidFill>
                <a:latin typeface="Calibri"/>
              </a:rPr>
              <a:t>It helps the worker, Japan, and India at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15163A"/>
                </a:solidFill>
                <a:latin typeface="Calibri"/>
              </a:rPr>
              <a:t>•  Worker: a cited, honest path — and a way around recruitment-fee scams (official free job-matching).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5163A"/>
                </a:solidFill>
                <a:latin typeface="Calibri"/>
              </a:rPr>
              <a:t>•  Japan: fills its designated-sector labour shortage.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5163A"/>
                </a:solidFill>
                <a:latin typeface="Calibri"/>
              </a:rPr>
              <a:t>•  India: formal overseas employment + remittances.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5163A"/>
                </a:solidFill>
                <a:latin typeface="Calibri"/>
              </a:rPr>
              <a:t>•  Directly serves the signed India–Japan partnership and the named goal of trustworthy AI for talent mobility.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80"/>
                </a:solidFill>
                <a:latin typeface="Calibri"/>
              </a:rPr>
              <a:t>Kakehashi 架け橋  ·  FAR AWAY 2026  ·  Agentic &amp; Autonomous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2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150"/>
                </a:solidFill>
                <a:latin typeface="Calibri"/>
              </a:rPr>
              <a:t>Engineering &amp;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11D54"/>
                </a:solidFill>
                <a:latin typeface="Calibri"/>
              </a:rPr>
              <a:t>Modular, built to extend — not a throwaway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15163A"/>
                </a:solidFill>
                <a:latin typeface="Calibri"/>
              </a:rPr>
              <a:t>•  Frontend: Next.js 14 + TypeScript + Tailwind + Framer Motion.  Backend: FastAPI + SSE.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5163A"/>
                </a:solidFill>
                <a:latin typeface="Calibri"/>
              </a:rPr>
              <a:t>•  LLM: Groq gpt-oss-120b (strong multilingual).  RAG: BM25.  Security: Fernet (AES).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5163A"/>
                </a:solidFill>
                <a:latin typeface="Calibri"/>
              </a:rPr>
              <a:t>•  UI-agnostic core with swappable agents &amp; tools — add a sector, agent, or visa route without a rewrite.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5163A"/>
                </a:solidFill>
                <a:latin typeface="Calibri"/>
              </a:rPr>
              <a:t>•  Honest roadmap: Amadeus flights (paid tier) and e-Stat demand charts are wired and clearly marked as next.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80"/>
                </a:solidFill>
                <a:latin typeface="Calibri"/>
              </a:rPr>
              <a:t>Kakehashi 架け橋  ·  FAR AWAY 2026  ·  Agentic &amp; Autonomous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1168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 bridge between India and Japan.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0">
                <a:solidFill>
                  <a:srgbClr val="FF9BB3"/>
                </a:solidFill>
                <a:latin typeface="Calibri"/>
              </a:rPr>
              <a:t>Real data. Cited sources. Measured proof. Genuinely autonomous.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Working demo  ·  GitHub: github.com/roybishal362/Far_Away_Hackthon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CFD0E0"/>
                </a:solidFill>
                <a:latin typeface="Calibri"/>
              </a:rPr>
              <a:t>Kakehashi 架け橋  —  FAR AWAY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